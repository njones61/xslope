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89"/>
    <p:restoredTop sz="94704"/>
  </p:normalViewPr>
  <p:slideViewPr>
    <p:cSldViewPr snapToGrid="0">
      <p:cViewPr varScale="1">
        <p:scale>
          <a:sx n="147" d="100"/>
          <a:sy n="147" d="100"/>
        </p:scale>
        <p:origin x="960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B5FD-95A2-DAC2-57D3-9C4D07204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437DDF-D6D8-53EB-AF47-56ACBE0E5A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8E9C0-ACE0-4A13-5A49-B183B912A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DE588-0C9B-430F-63DF-1BC32996D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7AC59-F26C-8D69-45DA-8F03446A2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32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EACF3-27B0-BCEB-A20E-07C4716DB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2B0AA-7895-2249-DF78-39F1E000C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99095-C54D-BBD8-C1E5-C5D91C41F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B268C-ADB4-7620-A39C-D7403725C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C1E64-806D-45E1-1667-E007D51AA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772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D3089-3179-C82F-6E81-35911FF13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7BB8F-B9CD-3807-D433-A328386EA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7BE5-16DE-A178-F5C0-45A07EA8C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F67C7-3AD3-3209-D6C1-BC1C6733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8E607B-D9D7-D14D-51E1-173BE114E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470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2F571-5234-8A56-A404-17CE844B7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519E8-08A8-A325-E01F-4EF6E81F03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B2CFA-AC8F-B68D-10FA-1C36EDBAD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112D4-2997-AF3D-E914-9F08EEAEB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5BB88E-0E6D-0BE8-7A23-21F7CD0FA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5A756-9C1C-CB1A-A561-7BC2A40B2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46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F2413-EF01-C4B8-7A20-B6B1869C4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44E6F1-6464-B058-98D1-94A29F09C6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015F4B-40B4-25A1-C7A7-AB6A2186FC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5EF5EE-6884-8F3B-D7FD-C664E2868C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7B6A3C-0E2B-4288-2E13-509A538F8A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4E8AD7-9D22-5979-CEB6-3B43A936B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24BD53-D223-4143-31A4-955C4163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4B6C80-2496-EC26-72C3-DE2C0D634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848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324C4-6193-9B19-F224-AE44D8F37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4033EF-E746-B9C2-1ECA-5A925EAAB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8477D9-5877-6F31-65EE-487823BC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EBDB0-53AE-A4DE-005E-08F23E585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52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4B06A7-1950-2ADA-E1CC-22EB2EEB3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DEA18-5CD7-F162-E55D-C963990F2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74480-B691-867B-BE7E-E985E3E66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88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FC363-B979-A148-1D6F-18274F244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84C1A-A706-9F68-E3E6-2CBE444FD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88C24-C5B9-33B1-8088-3C8D910C86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B52F35-60F4-5708-9B4C-E1C93CE4D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49E85C-6234-697E-F73F-2A6C61141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43FC32-84A4-8BFD-1FE9-1DEDCF720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205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ECF84-66BF-D323-42F9-179174B16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087EDF-95D9-B71A-0FE6-848F484891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DA70B1-34ED-DB86-0EF4-6D711B1265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2266D-96B7-DDEA-0527-B6DE36104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50EDC-A2B8-1935-A0D3-C7701CA4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68202-DE4E-B2C3-9CDE-094B7D8B2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90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2823-5691-9F6B-B27D-119816837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0F332F-6870-D476-BEFF-F5F97019E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28CA0-9554-04A4-8CB9-E7C975E27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D2111-B9C6-8FCD-F88C-32D991C9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965CD-936B-AB26-584F-7F8A86F1B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62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DD089B-2F38-F9A2-E8E4-A70620A2D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093ED4-65D4-1799-5D63-8C7D119E01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51700-806E-A196-48F6-9ACAE34F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258285-B38C-6D04-A03A-80F7A5773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2FCAA9-947F-76D0-B009-AB67F0DA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345C93-D0F7-7A51-584E-C33EFB595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DB4D20-352C-23F6-1AD8-D757703DB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5D5A7-5383-ED79-BE5E-78CE014596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84C7D0-1A35-6646-8661-88CFF5662DB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55491-D4F5-CEED-C3C7-61590481C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F27FA-83B1-C9AF-9E9D-1A0CE8B49D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BF3EAD-02DA-F84E-AAC7-CFDB54F59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650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130500DE-E548-A50E-16AD-EC488EC35D3A}"/>
              </a:ext>
            </a:extLst>
          </p:cNvPr>
          <p:cNvGrpSpPr/>
          <p:nvPr/>
        </p:nvGrpSpPr>
        <p:grpSpPr>
          <a:xfrm>
            <a:off x="1436915" y="3096492"/>
            <a:ext cx="8799616" cy="1511135"/>
            <a:chOff x="1436915" y="3096492"/>
            <a:chExt cx="8799616" cy="151113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9554F83-225A-07C1-1F1E-13D361E3F098}"/>
                </a:ext>
              </a:extLst>
            </p:cNvPr>
            <p:cNvCxnSpPr>
              <a:cxnSpLocks/>
            </p:cNvCxnSpPr>
            <p:nvPr/>
          </p:nvCxnSpPr>
          <p:spPr>
            <a:xfrm>
              <a:off x="1436915" y="3096492"/>
              <a:ext cx="323008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F7633B2-FB0F-8E34-E609-C457B012E56C}"/>
                </a:ext>
              </a:extLst>
            </p:cNvPr>
            <p:cNvCxnSpPr>
              <a:cxnSpLocks/>
            </p:cNvCxnSpPr>
            <p:nvPr/>
          </p:nvCxnSpPr>
          <p:spPr>
            <a:xfrm>
              <a:off x="4672031" y="3096492"/>
              <a:ext cx="1313133" cy="15111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9A74E75-AEC3-BD52-8774-5296CDCF99FB}"/>
                </a:ext>
              </a:extLst>
            </p:cNvPr>
            <p:cNvCxnSpPr>
              <a:cxnSpLocks/>
            </p:cNvCxnSpPr>
            <p:nvPr/>
          </p:nvCxnSpPr>
          <p:spPr>
            <a:xfrm>
              <a:off x="5985164" y="4607627"/>
              <a:ext cx="425136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4C58007B-F57D-2A89-2210-B559FDF25F1C}"/>
              </a:ext>
            </a:extLst>
          </p:cNvPr>
          <p:cNvSpPr/>
          <p:nvPr/>
        </p:nvSpPr>
        <p:spPr>
          <a:xfrm>
            <a:off x="9830789" y="1883427"/>
            <a:ext cx="5735782" cy="57357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DAB9F97-4E58-AF03-BF18-BD31F2DF7D64}"/>
              </a:ext>
            </a:extLst>
          </p:cNvPr>
          <p:cNvCxnSpPr/>
          <p:nvPr/>
        </p:nvCxnSpPr>
        <p:spPr>
          <a:xfrm>
            <a:off x="2861953" y="2446317"/>
            <a:ext cx="6602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E12B04-DFE5-835D-2586-971C72AF0F25}"/>
              </a:ext>
            </a:extLst>
          </p:cNvPr>
          <p:cNvCxnSpPr>
            <a:cxnSpLocks/>
          </p:cNvCxnSpPr>
          <p:nvPr/>
        </p:nvCxnSpPr>
        <p:spPr>
          <a:xfrm>
            <a:off x="6096000" y="-536369"/>
            <a:ext cx="0" cy="64621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6E48F913-8C98-0317-7125-27830A0DC232}"/>
              </a:ext>
            </a:extLst>
          </p:cNvPr>
          <p:cNvSpPr/>
          <p:nvPr/>
        </p:nvSpPr>
        <p:spPr>
          <a:xfrm>
            <a:off x="2125683" y="1175657"/>
            <a:ext cx="142504" cy="1425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8C75080E-45B3-EF10-4FA9-A0AEE862ECAE}"/>
              </a:ext>
            </a:extLst>
          </p:cNvPr>
          <p:cNvSpPr/>
          <p:nvPr/>
        </p:nvSpPr>
        <p:spPr>
          <a:xfrm rot="10800000">
            <a:off x="3228108" y="-209005"/>
            <a:ext cx="5834355" cy="5529149"/>
          </a:xfrm>
          <a:prstGeom prst="arc">
            <a:avLst>
              <a:gd name="adj1" fmla="val 13583028"/>
              <a:gd name="adj2" fmla="val 2096036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390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Norm Jones</dc:creator>
  <cp:lastModifiedBy>Norm Jones</cp:lastModifiedBy>
  <cp:revision>1</cp:revision>
  <dcterms:created xsi:type="dcterms:W3CDTF">2026-03-09T14:52:08Z</dcterms:created>
  <dcterms:modified xsi:type="dcterms:W3CDTF">2026-03-09T15:02:33Z</dcterms:modified>
</cp:coreProperties>
</file>