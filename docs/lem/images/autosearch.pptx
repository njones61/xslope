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92"/>
    <p:restoredTop sz="94704"/>
  </p:normalViewPr>
  <p:slideViewPr>
    <p:cSldViewPr snapToGrid="0">
      <p:cViewPr>
        <p:scale>
          <a:sx n="130" d="100"/>
          <a:sy n="130" d="100"/>
        </p:scale>
        <p:origin x="1120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0B5FD-95A2-DAC2-57D3-9C4D07204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37DDF-D6D8-53EB-AF47-56ACBE0E5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8E9C0-ACE0-4A13-5A49-B183B912A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C7D0-1A35-6646-8661-88CFF5662DBA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DE588-0C9B-430F-63DF-1BC32996D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7AC59-F26C-8D69-45DA-8F03446A2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F3EAD-02DA-F84E-AAC7-CFDB54F59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2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EACF3-27B0-BCEB-A20E-07C4716D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2B0AA-7895-2249-DF78-39F1E000C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99095-C54D-BBD8-C1E5-C5D91C41F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C7D0-1A35-6646-8661-88CFF5662DBA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B268C-ADB4-7620-A39C-D7403725C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C1E64-806D-45E1-1667-E007D51A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F3EAD-02DA-F84E-AAC7-CFDB54F59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72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3089-3179-C82F-6E81-35911FF13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7BB8F-B9CD-3807-D433-A328386EA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97BE5-16DE-A178-F5C0-45A07EA8C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C7D0-1A35-6646-8661-88CFF5662DBA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F67C7-3AD3-3209-D6C1-BC1C6733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E607B-D9D7-D14D-51E1-173BE114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F3EAD-02DA-F84E-AAC7-CFDB54F59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70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2F571-5234-8A56-A404-17CE844B7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519E8-08A8-A325-E01F-4EF6E81F03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B2CFA-AC8F-B68D-10FA-1C36EDBAD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112D4-2997-AF3D-E914-9F08EEAEB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C7D0-1A35-6646-8661-88CFF5662DBA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BB88E-0E6D-0BE8-7A23-21F7CD0FA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5A756-9C1C-CB1A-A561-7BC2A40B2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F3EAD-02DA-F84E-AAC7-CFDB54F59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146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F2413-EF01-C4B8-7A20-B6B1869C4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4E6F1-6464-B058-98D1-94A29F09C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15F4B-40B4-25A1-C7A7-AB6A2186F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EF5EE-6884-8F3B-D7FD-C664E2868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7B6A3C-0E2B-4288-2E13-509A538F8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4E8AD7-9D22-5979-CEB6-3B43A936B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C7D0-1A35-6646-8661-88CFF5662DBA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24BD53-D223-4143-31A4-955C41632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B6C80-2496-EC26-72C3-DE2C0D634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F3EAD-02DA-F84E-AAC7-CFDB54F59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48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324C4-6193-9B19-F224-AE44D8F37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033EF-E746-B9C2-1ECA-5A925EAAB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C7D0-1A35-6646-8661-88CFF5662DBA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477D9-5877-6F31-65EE-487823BC7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EBDB0-53AE-A4DE-005E-08F23E585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F3EAD-02DA-F84E-AAC7-CFDB54F59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20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4B06A7-1950-2ADA-E1CC-22EB2EEB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C7D0-1A35-6646-8661-88CFF5662DBA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DEA18-5CD7-F162-E55D-C963990F2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74480-B691-867B-BE7E-E985E3E6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F3EAD-02DA-F84E-AAC7-CFDB54F59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88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FC363-B979-A148-1D6F-18274F244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84C1A-A706-9F68-E3E6-2CBE444FD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88C24-C5B9-33B1-8088-3C8D910C8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52F35-60F4-5708-9B4C-E1C93CE4D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C7D0-1A35-6646-8661-88CFF5662DBA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9E85C-6234-697E-F73F-2A6C61141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3FC32-84A4-8BFD-1FE9-1DEDCF720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F3EAD-02DA-F84E-AAC7-CFDB54F59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205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ECF84-66BF-D323-42F9-179174B16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087EDF-95D9-B71A-0FE6-848F484891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A70B1-34ED-DB86-0EF4-6D711B126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2266D-96B7-DDEA-0527-B6DE36104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C7D0-1A35-6646-8661-88CFF5662DBA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50EDC-A2B8-1935-A0D3-C7701CA4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68202-DE4E-B2C3-9CDE-094B7D8B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F3EAD-02DA-F84E-AAC7-CFDB54F59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90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42823-5691-9F6B-B27D-119816837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0F332F-6870-D476-BEFF-F5F97019E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28CA0-9554-04A4-8CB9-E7C975E27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C7D0-1A35-6646-8661-88CFF5662DBA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D2111-B9C6-8FCD-F88C-32D991C94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65CD-936B-AB26-584F-7F8A86F1B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F3EAD-02DA-F84E-AAC7-CFDB54F59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22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DD089B-2F38-F9A2-E8E4-A70620A2D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93ED4-65D4-1799-5D63-8C7D119E0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51700-806E-A196-48F6-9ACAE34F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4C7D0-1A35-6646-8661-88CFF5662DBA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58285-B38C-6D04-A03A-80F7A5773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FCAA9-947F-76D0-B009-AB67F0DA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F3EAD-02DA-F84E-AAC7-CFDB54F59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3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345C93-D0F7-7A51-584E-C33EFB595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B4D20-352C-23F6-1AD8-D757703DB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5D5A7-5383-ED79-BE5E-78CE014596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4C7D0-1A35-6646-8661-88CFF5662DBA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55491-D4F5-CEED-C3C7-61590481C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F27FA-83B1-C9AF-9E9D-1A0CE8B49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F3EAD-02DA-F84E-AAC7-CFDB54F59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5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ACE03EB8-5C90-5673-F84B-3101D17C7BAC}"/>
              </a:ext>
            </a:extLst>
          </p:cNvPr>
          <p:cNvGrpSpPr/>
          <p:nvPr/>
        </p:nvGrpSpPr>
        <p:grpSpPr>
          <a:xfrm>
            <a:off x="5419036" y="1839783"/>
            <a:ext cx="1282677" cy="1218998"/>
            <a:chOff x="5419036" y="1839783"/>
            <a:chExt cx="1282677" cy="121899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4BE44AB-6619-819A-6406-7679D05A30A0}"/>
                </a:ext>
              </a:extLst>
            </p:cNvPr>
            <p:cNvSpPr/>
            <p:nvPr/>
          </p:nvSpPr>
          <p:spPr>
            <a:xfrm>
              <a:off x="5482464" y="1839783"/>
              <a:ext cx="1219249" cy="121899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0A0894A-BECF-30B3-032B-FB11536D2E72}"/>
                </a:ext>
              </a:extLst>
            </p:cNvPr>
            <p:cNvCxnSpPr>
              <a:cxnSpLocks/>
              <a:stCxn id="44" idx="4"/>
            </p:cNvCxnSpPr>
            <p:nvPr/>
          </p:nvCxnSpPr>
          <p:spPr>
            <a:xfrm flipH="1">
              <a:off x="6101028" y="1905105"/>
              <a:ext cx="2766" cy="1147744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D89D307-05D4-E15C-FEC8-5A8EEFF7B147}"/>
                </a:ext>
              </a:extLst>
            </p:cNvPr>
            <p:cNvCxnSpPr>
              <a:stCxn id="42" idx="2"/>
              <a:endCxn id="39" idx="2"/>
            </p:cNvCxnSpPr>
            <p:nvPr/>
          </p:nvCxnSpPr>
          <p:spPr>
            <a:xfrm>
              <a:off x="5419036" y="2446316"/>
              <a:ext cx="1211425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0500DE-E548-A50E-16AD-EC488EC35D3A}"/>
              </a:ext>
            </a:extLst>
          </p:cNvPr>
          <p:cNvGrpSpPr/>
          <p:nvPr/>
        </p:nvGrpSpPr>
        <p:grpSpPr>
          <a:xfrm>
            <a:off x="2402958" y="3096492"/>
            <a:ext cx="6375944" cy="1511135"/>
            <a:chOff x="2402958" y="3096492"/>
            <a:chExt cx="6375944" cy="151113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9554F83-225A-07C1-1F1E-13D361E3F098}"/>
                </a:ext>
              </a:extLst>
            </p:cNvPr>
            <p:cNvCxnSpPr>
              <a:cxnSpLocks/>
            </p:cNvCxnSpPr>
            <p:nvPr/>
          </p:nvCxnSpPr>
          <p:spPr>
            <a:xfrm>
              <a:off x="2402958" y="3096492"/>
              <a:ext cx="226404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F7633B2-FB0F-8E34-E609-C457B012E56C}"/>
                </a:ext>
              </a:extLst>
            </p:cNvPr>
            <p:cNvCxnSpPr>
              <a:cxnSpLocks/>
            </p:cNvCxnSpPr>
            <p:nvPr/>
          </p:nvCxnSpPr>
          <p:spPr>
            <a:xfrm>
              <a:off x="4672031" y="3096492"/>
              <a:ext cx="1313133" cy="151113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9A74E75-AEC3-BD52-8774-5296CDCF99FB}"/>
                </a:ext>
              </a:extLst>
            </p:cNvPr>
            <p:cNvCxnSpPr>
              <a:cxnSpLocks/>
            </p:cNvCxnSpPr>
            <p:nvPr/>
          </p:nvCxnSpPr>
          <p:spPr>
            <a:xfrm>
              <a:off x="5985164" y="4607627"/>
              <a:ext cx="27937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Arc 33">
            <a:extLst>
              <a:ext uri="{FF2B5EF4-FFF2-40B4-BE49-F238E27FC236}">
                <a16:creationId xmlns:a16="http://schemas.microsoft.com/office/drawing/2014/main" id="{8C75080E-45B3-EF10-4FA9-A0AEE862ECAE}"/>
              </a:ext>
            </a:extLst>
          </p:cNvPr>
          <p:cNvSpPr/>
          <p:nvPr/>
        </p:nvSpPr>
        <p:spPr>
          <a:xfrm rot="10800000">
            <a:off x="3228108" y="-209005"/>
            <a:ext cx="5834355" cy="5529149"/>
          </a:xfrm>
          <a:prstGeom prst="arc">
            <a:avLst>
              <a:gd name="adj1" fmla="val 13583028"/>
              <a:gd name="adj2" fmla="val 2096036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D6FD384-1685-DE52-4FBC-4547FA294479}"/>
              </a:ext>
            </a:extLst>
          </p:cNvPr>
          <p:cNvCxnSpPr>
            <a:cxnSpLocks/>
          </p:cNvCxnSpPr>
          <p:nvPr/>
        </p:nvCxnSpPr>
        <p:spPr>
          <a:xfrm flipH="1">
            <a:off x="4816408" y="2446317"/>
            <a:ext cx="1279592" cy="2565162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8AA8BFEA-FC7B-2CE1-C70D-5543F37C670E}"/>
              </a:ext>
            </a:extLst>
          </p:cNvPr>
          <p:cNvSpPr/>
          <p:nvPr/>
        </p:nvSpPr>
        <p:spPr>
          <a:xfrm>
            <a:off x="6630461" y="2981600"/>
            <a:ext cx="142504" cy="1425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021EDC1-5819-55C6-06FF-6F0534E5C533}"/>
              </a:ext>
            </a:extLst>
          </p:cNvPr>
          <p:cNvSpPr/>
          <p:nvPr/>
        </p:nvSpPr>
        <p:spPr>
          <a:xfrm>
            <a:off x="6630461" y="2375064"/>
            <a:ext cx="142504" cy="1425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9B6F4E7-CB88-C5DD-3164-7863767998F4}"/>
              </a:ext>
            </a:extLst>
          </p:cNvPr>
          <p:cNvSpPr/>
          <p:nvPr/>
        </p:nvSpPr>
        <p:spPr>
          <a:xfrm>
            <a:off x="6630461" y="1768528"/>
            <a:ext cx="142504" cy="1425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31FB0C7-66C5-5704-6144-51FDC097E95D}"/>
              </a:ext>
            </a:extLst>
          </p:cNvPr>
          <p:cNvSpPr/>
          <p:nvPr/>
        </p:nvSpPr>
        <p:spPr>
          <a:xfrm>
            <a:off x="5419036" y="2981600"/>
            <a:ext cx="142504" cy="1425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8D7C612-885A-1297-59E8-DBFD99DAEFF3}"/>
              </a:ext>
            </a:extLst>
          </p:cNvPr>
          <p:cNvSpPr/>
          <p:nvPr/>
        </p:nvSpPr>
        <p:spPr>
          <a:xfrm>
            <a:off x="5419036" y="2375064"/>
            <a:ext cx="142504" cy="1425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79F0E65-AE50-502F-BFBC-90ABAA6A433D}"/>
              </a:ext>
            </a:extLst>
          </p:cNvPr>
          <p:cNvSpPr/>
          <p:nvPr/>
        </p:nvSpPr>
        <p:spPr>
          <a:xfrm>
            <a:off x="5419036" y="1768528"/>
            <a:ext cx="142504" cy="1425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FE03C79-AC85-12DD-D612-873D80C2124F}"/>
              </a:ext>
            </a:extLst>
          </p:cNvPr>
          <p:cNvSpPr/>
          <p:nvPr/>
        </p:nvSpPr>
        <p:spPr>
          <a:xfrm>
            <a:off x="6032542" y="1762601"/>
            <a:ext cx="142504" cy="1425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412A946-D4C7-B68F-9CED-FEC22D6020AF}"/>
              </a:ext>
            </a:extLst>
          </p:cNvPr>
          <p:cNvSpPr/>
          <p:nvPr/>
        </p:nvSpPr>
        <p:spPr>
          <a:xfrm>
            <a:off x="6029776" y="2981597"/>
            <a:ext cx="142504" cy="1425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E48F913-8C98-0317-7125-27830A0DC232}"/>
              </a:ext>
            </a:extLst>
          </p:cNvPr>
          <p:cNvSpPr/>
          <p:nvPr/>
        </p:nvSpPr>
        <p:spPr>
          <a:xfrm>
            <a:off x="6032878" y="2375064"/>
            <a:ext cx="142504" cy="14250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90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D3AD89D5-A7E3-6940-7AFB-2CFEC600BE43}"/>
              </a:ext>
            </a:extLst>
          </p:cNvPr>
          <p:cNvGrpSpPr/>
          <p:nvPr/>
        </p:nvGrpSpPr>
        <p:grpSpPr>
          <a:xfrm>
            <a:off x="914075" y="2246603"/>
            <a:ext cx="1353929" cy="1361503"/>
            <a:chOff x="1951573" y="2244381"/>
            <a:chExt cx="1353929" cy="136150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CFA487E-4F79-DB27-FCDE-7E1DEF497495}"/>
                </a:ext>
              </a:extLst>
            </p:cNvPr>
            <p:cNvGrpSpPr/>
            <p:nvPr/>
          </p:nvGrpSpPr>
          <p:grpSpPr>
            <a:xfrm>
              <a:off x="1951573" y="2321563"/>
              <a:ext cx="1282677" cy="1218998"/>
              <a:chOff x="5419036" y="1839783"/>
              <a:chExt cx="1282677" cy="1218998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715FAC0-F2E3-D4EA-34F6-315C66EDC497}"/>
                  </a:ext>
                </a:extLst>
              </p:cNvPr>
              <p:cNvSpPr/>
              <p:nvPr/>
            </p:nvSpPr>
            <p:spPr>
              <a:xfrm>
                <a:off x="5482464" y="1839783"/>
                <a:ext cx="1219249" cy="1218998"/>
              </a:xfrm>
              <a:prstGeom prst="rect">
                <a:avLst/>
              </a:prstGeom>
              <a:noFill/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632DAA26-75D5-81F2-9F7C-763B3F24CAEE}"/>
                  </a:ext>
                </a:extLst>
              </p:cNvPr>
              <p:cNvCxnSpPr>
                <a:cxnSpLocks/>
                <a:stCxn id="12" idx="4"/>
              </p:cNvCxnSpPr>
              <p:nvPr/>
            </p:nvCxnSpPr>
            <p:spPr>
              <a:xfrm flipH="1">
                <a:off x="6101028" y="1905105"/>
                <a:ext cx="2766" cy="1147744"/>
              </a:xfrm>
              <a:prstGeom prst="line">
                <a:avLst/>
              </a:prstGeom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D5057EDF-126A-DB6C-D2D7-D9F73DA50EB9}"/>
                  </a:ext>
                </a:extLst>
              </p:cNvPr>
              <p:cNvCxnSpPr>
                <a:stCxn id="10" idx="2"/>
                <a:endCxn id="7" idx="2"/>
              </p:cNvCxnSpPr>
              <p:nvPr/>
            </p:nvCxnSpPr>
            <p:spPr>
              <a:xfrm>
                <a:off x="5419036" y="2446316"/>
                <a:ext cx="1211425" cy="0"/>
              </a:xfrm>
              <a:prstGeom prst="line">
                <a:avLst/>
              </a:prstGeom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C9B2C05-DB76-2A00-7794-4704E98F6104}"/>
                </a:ext>
              </a:extLst>
            </p:cNvPr>
            <p:cNvSpPr/>
            <p:nvPr/>
          </p:nvSpPr>
          <p:spPr>
            <a:xfrm>
              <a:off x="3162998" y="3463380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EFDC634-D555-424E-81DE-30F73B47A333}"/>
                </a:ext>
              </a:extLst>
            </p:cNvPr>
            <p:cNvSpPr/>
            <p:nvPr/>
          </p:nvSpPr>
          <p:spPr>
            <a:xfrm>
              <a:off x="3162998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E1A2805-F27D-2DCA-BF75-B1FA02377817}"/>
                </a:ext>
              </a:extLst>
            </p:cNvPr>
            <p:cNvSpPr/>
            <p:nvPr/>
          </p:nvSpPr>
          <p:spPr>
            <a:xfrm>
              <a:off x="3162998" y="2250308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9B81481-7C40-2D46-FCF0-4ADCD1782893}"/>
                </a:ext>
              </a:extLst>
            </p:cNvPr>
            <p:cNvSpPr/>
            <p:nvPr/>
          </p:nvSpPr>
          <p:spPr>
            <a:xfrm>
              <a:off x="1951573" y="3463380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25BFED5-6AD6-20A4-8C83-0E1A55E053FE}"/>
                </a:ext>
              </a:extLst>
            </p:cNvPr>
            <p:cNvSpPr/>
            <p:nvPr/>
          </p:nvSpPr>
          <p:spPr>
            <a:xfrm>
              <a:off x="1951573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8D55293-DDE5-4983-DC91-20F15BE558F2}"/>
                </a:ext>
              </a:extLst>
            </p:cNvPr>
            <p:cNvSpPr/>
            <p:nvPr/>
          </p:nvSpPr>
          <p:spPr>
            <a:xfrm>
              <a:off x="1951573" y="2250308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FBB1B01-0345-3C0D-C996-AFEE0F2BE1A1}"/>
                </a:ext>
              </a:extLst>
            </p:cNvPr>
            <p:cNvSpPr/>
            <p:nvPr/>
          </p:nvSpPr>
          <p:spPr>
            <a:xfrm>
              <a:off x="2565079" y="2244381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19BF410-5025-B84D-7F57-8E3D76DBF651}"/>
                </a:ext>
              </a:extLst>
            </p:cNvPr>
            <p:cNvSpPr/>
            <p:nvPr/>
          </p:nvSpPr>
          <p:spPr>
            <a:xfrm>
              <a:off x="2562313" y="3463377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F085970-016F-A644-4328-082968F08911}"/>
                </a:ext>
              </a:extLst>
            </p:cNvPr>
            <p:cNvSpPr/>
            <p:nvPr/>
          </p:nvSpPr>
          <p:spPr>
            <a:xfrm>
              <a:off x="2565415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9D9CD67-0AAB-08CA-348E-E9AD5A6ED403}"/>
              </a:ext>
            </a:extLst>
          </p:cNvPr>
          <p:cNvGrpSpPr/>
          <p:nvPr/>
        </p:nvGrpSpPr>
        <p:grpSpPr>
          <a:xfrm>
            <a:off x="1527581" y="1643030"/>
            <a:ext cx="1353929" cy="1361503"/>
            <a:chOff x="5419036" y="1762601"/>
            <a:chExt cx="1353929" cy="136150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F18BD67-197B-F176-EC7D-7933A233278E}"/>
                </a:ext>
              </a:extLst>
            </p:cNvPr>
            <p:cNvGrpSpPr/>
            <p:nvPr/>
          </p:nvGrpSpPr>
          <p:grpSpPr>
            <a:xfrm>
              <a:off x="5419036" y="1839783"/>
              <a:ext cx="1282677" cy="1218998"/>
              <a:chOff x="5419036" y="1839783"/>
              <a:chExt cx="1282677" cy="121899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E1BFB3C-8C7E-55C0-5086-8370DC2A3DEC}"/>
                  </a:ext>
                </a:extLst>
              </p:cNvPr>
              <p:cNvSpPr/>
              <p:nvPr/>
            </p:nvSpPr>
            <p:spPr>
              <a:xfrm>
                <a:off x="5482464" y="1839783"/>
                <a:ext cx="1219249" cy="1218998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EBBD3C8A-FF5A-7195-F28E-421B340B0F49}"/>
                  </a:ext>
                </a:extLst>
              </p:cNvPr>
              <p:cNvCxnSpPr>
                <a:cxnSpLocks/>
                <a:stCxn id="42" idx="4"/>
              </p:cNvCxnSpPr>
              <p:nvPr/>
            </p:nvCxnSpPr>
            <p:spPr>
              <a:xfrm flipH="1">
                <a:off x="6101028" y="1905105"/>
                <a:ext cx="2766" cy="1147744"/>
              </a:xfrm>
              <a:prstGeom prst="line">
                <a:avLst/>
              </a:prstGeom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FA720BFA-319D-ED80-8B83-EEC65140CF98}"/>
                  </a:ext>
                </a:extLst>
              </p:cNvPr>
              <p:cNvCxnSpPr>
                <a:stCxn id="40" idx="2"/>
                <a:endCxn id="37" idx="2"/>
              </p:cNvCxnSpPr>
              <p:nvPr/>
            </p:nvCxnSpPr>
            <p:spPr>
              <a:xfrm>
                <a:off x="5419036" y="2446316"/>
                <a:ext cx="1211425" cy="0"/>
              </a:xfrm>
              <a:prstGeom prst="line">
                <a:avLst/>
              </a:prstGeom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AA5BB1C-6FB5-44C9-4DFB-5F9B378779A1}"/>
                </a:ext>
              </a:extLst>
            </p:cNvPr>
            <p:cNvSpPr/>
            <p:nvPr/>
          </p:nvSpPr>
          <p:spPr>
            <a:xfrm>
              <a:off x="6630461" y="2981600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87749CC-3311-F391-A2FD-4EF9C5DCB328}"/>
                </a:ext>
              </a:extLst>
            </p:cNvPr>
            <p:cNvSpPr/>
            <p:nvPr/>
          </p:nvSpPr>
          <p:spPr>
            <a:xfrm>
              <a:off x="6630461" y="2375064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01A1D00-8FF2-A5DB-AEA2-A530FCD31A1B}"/>
                </a:ext>
              </a:extLst>
            </p:cNvPr>
            <p:cNvSpPr/>
            <p:nvPr/>
          </p:nvSpPr>
          <p:spPr>
            <a:xfrm>
              <a:off x="6630461" y="1768528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916C034-B1A3-DBAD-16FF-BA47E980B86A}"/>
                </a:ext>
              </a:extLst>
            </p:cNvPr>
            <p:cNvSpPr/>
            <p:nvPr/>
          </p:nvSpPr>
          <p:spPr>
            <a:xfrm>
              <a:off x="5419036" y="2981600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F720273-CC89-C61E-CF60-21DFE13E25FF}"/>
                </a:ext>
              </a:extLst>
            </p:cNvPr>
            <p:cNvSpPr/>
            <p:nvPr/>
          </p:nvSpPr>
          <p:spPr>
            <a:xfrm>
              <a:off x="5419036" y="2375064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ABA4E55-0B2D-CBEB-2BE1-B1185BD5F68C}"/>
                </a:ext>
              </a:extLst>
            </p:cNvPr>
            <p:cNvSpPr/>
            <p:nvPr/>
          </p:nvSpPr>
          <p:spPr>
            <a:xfrm>
              <a:off x="5419036" y="1768528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FBD0F27-4D24-A554-C9E1-31DD14794F61}"/>
                </a:ext>
              </a:extLst>
            </p:cNvPr>
            <p:cNvSpPr/>
            <p:nvPr/>
          </p:nvSpPr>
          <p:spPr>
            <a:xfrm>
              <a:off x="6032542" y="1762601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7DB45EE-AF8A-998B-91AA-01F1C30DC4BE}"/>
                </a:ext>
              </a:extLst>
            </p:cNvPr>
            <p:cNvSpPr/>
            <p:nvPr/>
          </p:nvSpPr>
          <p:spPr>
            <a:xfrm>
              <a:off x="6029776" y="2981597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461F45F-68C0-77EA-2883-D6A09A782BF5}"/>
                </a:ext>
              </a:extLst>
            </p:cNvPr>
            <p:cNvSpPr/>
            <p:nvPr/>
          </p:nvSpPr>
          <p:spPr>
            <a:xfrm>
              <a:off x="6032878" y="2375064"/>
              <a:ext cx="142504" cy="14250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2036FF36-1FB1-8AD6-E518-8AFA19EE1AF4}"/>
              </a:ext>
            </a:extLst>
          </p:cNvPr>
          <p:cNvSpPr txBox="1"/>
          <p:nvPr/>
        </p:nvSpPr>
        <p:spPr>
          <a:xfrm>
            <a:off x="1405922" y="1281915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Grid 2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CDE272B-A66E-95C5-A12D-1E39CA2E32D4}"/>
              </a:ext>
            </a:extLst>
          </p:cNvPr>
          <p:cNvGrpSpPr/>
          <p:nvPr/>
        </p:nvGrpSpPr>
        <p:grpSpPr>
          <a:xfrm>
            <a:off x="4694101" y="2177918"/>
            <a:ext cx="1353929" cy="1361503"/>
            <a:chOff x="1951573" y="2244381"/>
            <a:chExt cx="1353929" cy="1361503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82917BA0-FCE5-94B2-A42F-2CC40E43EE2C}"/>
                </a:ext>
              </a:extLst>
            </p:cNvPr>
            <p:cNvGrpSpPr/>
            <p:nvPr/>
          </p:nvGrpSpPr>
          <p:grpSpPr>
            <a:xfrm>
              <a:off x="1951573" y="2321563"/>
              <a:ext cx="1282677" cy="1218998"/>
              <a:chOff x="5419036" y="1839783"/>
              <a:chExt cx="1282677" cy="1218998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AB72334D-B430-3A41-A6DB-42BBA95F8458}"/>
                  </a:ext>
                </a:extLst>
              </p:cNvPr>
              <p:cNvSpPr/>
              <p:nvPr/>
            </p:nvSpPr>
            <p:spPr>
              <a:xfrm>
                <a:off x="5482464" y="1839783"/>
                <a:ext cx="1219249" cy="1218998"/>
              </a:xfrm>
              <a:prstGeom prst="rect">
                <a:avLst/>
              </a:prstGeom>
              <a:noFill/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7D414CB9-EBF3-9EDE-E450-8AEE709C832D}"/>
                  </a:ext>
                </a:extLst>
              </p:cNvPr>
              <p:cNvCxnSpPr>
                <a:cxnSpLocks/>
                <a:stCxn id="103" idx="4"/>
              </p:cNvCxnSpPr>
              <p:nvPr/>
            </p:nvCxnSpPr>
            <p:spPr>
              <a:xfrm flipH="1">
                <a:off x="6101028" y="1905105"/>
                <a:ext cx="2766" cy="1147744"/>
              </a:xfrm>
              <a:prstGeom prst="line">
                <a:avLst/>
              </a:prstGeom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D3BABE9B-94C5-B3E1-B7CF-871E1ECD6322}"/>
                  </a:ext>
                </a:extLst>
              </p:cNvPr>
              <p:cNvCxnSpPr>
                <a:stCxn id="101" idx="2"/>
                <a:endCxn id="98" idx="2"/>
              </p:cNvCxnSpPr>
              <p:nvPr/>
            </p:nvCxnSpPr>
            <p:spPr>
              <a:xfrm>
                <a:off x="5419036" y="2446316"/>
                <a:ext cx="1211425" cy="0"/>
              </a:xfrm>
              <a:prstGeom prst="line">
                <a:avLst/>
              </a:prstGeom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23C9ABBB-718C-9848-13FE-0C2BE0FA2D29}"/>
                </a:ext>
              </a:extLst>
            </p:cNvPr>
            <p:cNvSpPr/>
            <p:nvPr/>
          </p:nvSpPr>
          <p:spPr>
            <a:xfrm>
              <a:off x="3162998" y="3463380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536AB4A3-117A-E861-6DDF-4967D9D1AAE3}"/>
                </a:ext>
              </a:extLst>
            </p:cNvPr>
            <p:cNvSpPr/>
            <p:nvPr/>
          </p:nvSpPr>
          <p:spPr>
            <a:xfrm>
              <a:off x="3162998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FF0402F7-D4C1-AE8A-AE5C-5CBB7574EFEA}"/>
                </a:ext>
              </a:extLst>
            </p:cNvPr>
            <p:cNvSpPr/>
            <p:nvPr/>
          </p:nvSpPr>
          <p:spPr>
            <a:xfrm>
              <a:off x="3162998" y="2250308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7E4D247D-EC6D-C8A0-1209-9C5C3A8E173F}"/>
                </a:ext>
              </a:extLst>
            </p:cNvPr>
            <p:cNvSpPr/>
            <p:nvPr/>
          </p:nvSpPr>
          <p:spPr>
            <a:xfrm>
              <a:off x="1951573" y="3463380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D5601850-DE4B-903C-F5B2-62AC2EB6FBAB}"/>
                </a:ext>
              </a:extLst>
            </p:cNvPr>
            <p:cNvSpPr/>
            <p:nvPr/>
          </p:nvSpPr>
          <p:spPr>
            <a:xfrm>
              <a:off x="1951573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052B81A3-1411-BFF3-B4B8-73A0D481988D}"/>
                </a:ext>
              </a:extLst>
            </p:cNvPr>
            <p:cNvSpPr/>
            <p:nvPr/>
          </p:nvSpPr>
          <p:spPr>
            <a:xfrm>
              <a:off x="1951573" y="2250308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B681E3F-C640-9F9F-68B4-29F05FB5D79A}"/>
                </a:ext>
              </a:extLst>
            </p:cNvPr>
            <p:cNvSpPr/>
            <p:nvPr/>
          </p:nvSpPr>
          <p:spPr>
            <a:xfrm>
              <a:off x="2565079" y="2244381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3A5F87A2-055E-CAD9-C174-8E7EA4C659C5}"/>
                </a:ext>
              </a:extLst>
            </p:cNvPr>
            <p:cNvSpPr/>
            <p:nvPr/>
          </p:nvSpPr>
          <p:spPr>
            <a:xfrm>
              <a:off x="2562313" y="3463377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DE5A25F6-AE71-ABDF-3DC1-4354A4710A8B}"/>
                </a:ext>
              </a:extLst>
            </p:cNvPr>
            <p:cNvSpPr/>
            <p:nvPr/>
          </p:nvSpPr>
          <p:spPr>
            <a:xfrm>
              <a:off x="2565415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D30949C-67CB-9F51-5A73-774B4D79F4B6}"/>
              </a:ext>
            </a:extLst>
          </p:cNvPr>
          <p:cNvGrpSpPr/>
          <p:nvPr/>
        </p:nvGrpSpPr>
        <p:grpSpPr>
          <a:xfrm>
            <a:off x="5309645" y="1571778"/>
            <a:ext cx="1353929" cy="1361503"/>
            <a:chOff x="1951573" y="2244381"/>
            <a:chExt cx="1353929" cy="1361503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4917B3E3-04C0-72CC-14D9-A0E9122F58C4}"/>
                </a:ext>
              </a:extLst>
            </p:cNvPr>
            <p:cNvGrpSpPr/>
            <p:nvPr/>
          </p:nvGrpSpPr>
          <p:grpSpPr>
            <a:xfrm>
              <a:off x="1951573" y="2321563"/>
              <a:ext cx="1282677" cy="1218998"/>
              <a:chOff x="5419036" y="1839783"/>
              <a:chExt cx="1282677" cy="1218998"/>
            </a:xfrm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55A87A9-1726-3798-8943-0C68BD844729}"/>
                  </a:ext>
                </a:extLst>
              </p:cNvPr>
              <p:cNvSpPr/>
              <p:nvPr/>
            </p:nvSpPr>
            <p:spPr>
              <a:xfrm>
                <a:off x="5482464" y="1839783"/>
                <a:ext cx="1219249" cy="1218998"/>
              </a:xfrm>
              <a:prstGeom prst="rect">
                <a:avLst/>
              </a:prstGeom>
              <a:noFill/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4088DC9C-21A3-FAFB-E9A4-5F1CFACD71F4}"/>
                  </a:ext>
                </a:extLst>
              </p:cNvPr>
              <p:cNvCxnSpPr>
                <a:cxnSpLocks/>
                <a:stCxn id="117" idx="4"/>
              </p:cNvCxnSpPr>
              <p:nvPr/>
            </p:nvCxnSpPr>
            <p:spPr>
              <a:xfrm flipH="1">
                <a:off x="6101028" y="1905105"/>
                <a:ext cx="2766" cy="1147744"/>
              </a:xfrm>
              <a:prstGeom prst="line">
                <a:avLst/>
              </a:prstGeom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719E6077-D483-8B26-DB4D-4588E2CD6C64}"/>
                  </a:ext>
                </a:extLst>
              </p:cNvPr>
              <p:cNvCxnSpPr>
                <a:stCxn id="115" idx="2"/>
                <a:endCxn id="112" idx="2"/>
              </p:cNvCxnSpPr>
              <p:nvPr/>
            </p:nvCxnSpPr>
            <p:spPr>
              <a:xfrm>
                <a:off x="5419036" y="2446316"/>
                <a:ext cx="1211425" cy="0"/>
              </a:xfrm>
              <a:prstGeom prst="line">
                <a:avLst/>
              </a:prstGeom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5A3AECE-7BC3-B10C-436D-F300633C248D}"/>
                </a:ext>
              </a:extLst>
            </p:cNvPr>
            <p:cNvSpPr/>
            <p:nvPr/>
          </p:nvSpPr>
          <p:spPr>
            <a:xfrm>
              <a:off x="3162998" y="3463380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B6A72B7-B546-6904-3E60-16FAEEE1A2F4}"/>
                </a:ext>
              </a:extLst>
            </p:cNvPr>
            <p:cNvSpPr/>
            <p:nvPr/>
          </p:nvSpPr>
          <p:spPr>
            <a:xfrm>
              <a:off x="3162998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3E13411-CFCA-830A-F26E-0D6E8C5E1E29}"/>
                </a:ext>
              </a:extLst>
            </p:cNvPr>
            <p:cNvSpPr/>
            <p:nvPr/>
          </p:nvSpPr>
          <p:spPr>
            <a:xfrm>
              <a:off x="3162998" y="2250308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B9EC06D0-6185-AF09-F716-402B4E23CBE8}"/>
                </a:ext>
              </a:extLst>
            </p:cNvPr>
            <p:cNvSpPr/>
            <p:nvPr/>
          </p:nvSpPr>
          <p:spPr>
            <a:xfrm>
              <a:off x="1951573" y="3463380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4A3D764-56D8-0C7A-A407-FF1D46EB57A0}"/>
                </a:ext>
              </a:extLst>
            </p:cNvPr>
            <p:cNvSpPr/>
            <p:nvPr/>
          </p:nvSpPr>
          <p:spPr>
            <a:xfrm>
              <a:off x="1951573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5607893-64A5-43DE-AC66-6DC7941E8D05}"/>
                </a:ext>
              </a:extLst>
            </p:cNvPr>
            <p:cNvSpPr/>
            <p:nvPr/>
          </p:nvSpPr>
          <p:spPr>
            <a:xfrm>
              <a:off x="1951573" y="2250308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4ECED34C-D0A2-6D1B-4C83-8BDE11F895DB}"/>
                </a:ext>
              </a:extLst>
            </p:cNvPr>
            <p:cNvSpPr/>
            <p:nvPr/>
          </p:nvSpPr>
          <p:spPr>
            <a:xfrm>
              <a:off x="2565079" y="2244381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5A035ABC-44CA-4764-D444-DF8E37BF8309}"/>
                </a:ext>
              </a:extLst>
            </p:cNvPr>
            <p:cNvSpPr/>
            <p:nvPr/>
          </p:nvSpPr>
          <p:spPr>
            <a:xfrm>
              <a:off x="2562313" y="3463377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5B1CC3A-6906-85D7-68E1-D7B6D5D63C14}"/>
                </a:ext>
              </a:extLst>
            </p:cNvPr>
            <p:cNvSpPr/>
            <p:nvPr/>
          </p:nvSpPr>
          <p:spPr>
            <a:xfrm>
              <a:off x="2565415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8A87F7E-82F9-8DDE-E22C-0EA0B63682B0}"/>
              </a:ext>
            </a:extLst>
          </p:cNvPr>
          <p:cNvGrpSpPr/>
          <p:nvPr/>
        </p:nvGrpSpPr>
        <p:grpSpPr>
          <a:xfrm>
            <a:off x="5915357" y="1577707"/>
            <a:ext cx="1353929" cy="1361503"/>
            <a:chOff x="5419036" y="1762601"/>
            <a:chExt cx="1353929" cy="1361503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CC3EDAA6-7756-DA67-867D-88374B84FB6E}"/>
                </a:ext>
              </a:extLst>
            </p:cNvPr>
            <p:cNvGrpSpPr/>
            <p:nvPr/>
          </p:nvGrpSpPr>
          <p:grpSpPr>
            <a:xfrm>
              <a:off x="5419036" y="1839783"/>
              <a:ext cx="1282677" cy="1218998"/>
              <a:chOff x="5419036" y="1839783"/>
              <a:chExt cx="1282677" cy="1218998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2982B174-8C3C-BF98-E6D2-D26DEF37D90F}"/>
                  </a:ext>
                </a:extLst>
              </p:cNvPr>
              <p:cNvSpPr/>
              <p:nvPr/>
            </p:nvSpPr>
            <p:spPr>
              <a:xfrm>
                <a:off x="5482464" y="1839783"/>
                <a:ext cx="1219249" cy="1218998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1828E6D1-89E9-9B02-6B75-D8D37E0ED005}"/>
                  </a:ext>
                </a:extLst>
              </p:cNvPr>
              <p:cNvCxnSpPr>
                <a:cxnSpLocks/>
                <a:stCxn id="88" idx="4"/>
              </p:cNvCxnSpPr>
              <p:nvPr/>
            </p:nvCxnSpPr>
            <p:spPr>
              <a:xfrm flipH="1">
                <a:off x="6101028" y="1905105"/>
                <a:ext cx="2766" cy="1147744"/>
              </a:xfrm>
              <a:prstGeom prst="line">
                <a:avLst/>
              </a:prstGeom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19238946-5E3F-A203-49D2-635D4B4E0200}"/>
                  </a:ext>
                </a:extLst>
              </p:cNvPr>
              <p:cNvCxnSpPr>
                <a:stCxn id="86" idx="2"/>
                <a:endCxn id="83" idx="2"/>
              </p:cNvCxnSpPr>
              <p:nvPr/>
            </p:nvCxnSpPr>
            <p:spPr>
              <a:xfrm>
                <a:off x="5419036" y="2446316"/>
                <a:ext cx="1211425" cy="0"/>
              </a:xfrm>
              <a:prstGeom prst="line">
                <a:avLst/>
              </a:prstGeom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53F08949-A559-DC46-E10A-E3728600B8C2}"/>
                </a:ext>
              </a:extLst>
            </p:cNvPr>
            <p:cNvSpPr/>
            <p:nvPr/>
          </p:nvSpPr>
          <p:spPr>
            <a:xfrm>
              <a:off x="6630461" y="2981600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1D92D15-C75A-0E1C-1F32-65513894340A}"/>
                </a:ext>
              </a:extLst>
            </p:cNvPr>
            <p:cNvSpPr/>
            <p:nvPr/>
          </p:nvSpPr>
          <p:spPr>
            <a:xfrm>
              <a:off x="6630461" y="2375064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9ED044E-A798-460B-B166-49FFDF11D612}"/>
                </a:ext>
              </a:extLst>
            </p:cNvPr>
            <p:cNvSpPr/>
            <p:nvPr/>
          </p:nvSpPr>
          <p:spPr>
            <a:xfrm>
              <a:off x="6630461" y="1768528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A80954BA-34CD-DDE3-FEDC-E313E6B16F1C}"/>
                </a:ext>
              </a:extLst>
            </p:cNvPr>
            <p:cNvSpPr/>
            <p:nvPr/>
          </p:nvSpPr>
          <p:spPr>
            <a:xfrm>
              <a:off x="5419036" y="2981600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BF96F61-184C-0306-F317-A0F9EDDDE289}"/>
                </a:ext>
              </a:extLst>
            </p:cNvPr>
            <p:cNvSpPr/>
            <p:nvPr/>
          </p:nvSpPr>
          <p:spPr>
            <a:xfrm>
              <a:off x="5419036" y="2375064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DEE170C-1A12-4F9D-1455-D5E16DD02A92}"/>
                </a:ext>
              </a:extLst>
            </p:cNvPr>
            <p:cNvSpPr/>
            <p:nvPr/>
          </p:nvSpPr>
          <p:spPr>
            <a:xfrm>
              <a:off x="5419036" y="1768528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0CAFE5C0-669E-4655-35FA-33569215FA3C}"/>
                </a:ext>
              </a:extLst>
            </p:cNvPr>
            <p:cNvSpPr/>
            <p:nvPr/>
          </p:nvSpPr>
          <p:spPr>
            <a:xfrm>
              <a:off x="6032542" y="1762601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18BB945A-7475-65E6-EFD3-9567C5D2920D}"/>
                </a:ext>
              </a:extLst>
            </p:cNvPr>
            <p:cNvSpPr/>
            <p:nvPr/>
          </p:nvSpPr>
          <p:spPr>
            <a:xfrm>
              <a:off x="6029776" y="2981597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D80E135-2339-86D9-1E92-B4A4DE90247A}"/>
                </a:ext>
              </a:extLst>
            </p:cNvPr>
            <p:cNvSpPr/>
            <p:nvPr/>
          </p:nvSpPr>
          <p:spPr>
            <a:xfrm>
              <a:off x="6032878" y="2375064"/>
              <a:ext cx="142504" cy="14250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8A9B868B-7CDF-8B6D-CD47-FCBD67F0206C}"/>
              </a:ext>
            </a:extLst>
          </p:cNvPr>
          <p:cNvSpPr txBox="1"/>
          <p:nvPr/>
        </p:nvSpPr>
        <p:spPr>
          <a:xfrm>
            <a:off x="6808343" y="1178645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Grid 3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90E67E1-A6C9-B896-B1CC-94F6EA08207D}"/>
              </a:ext>
            </a:extLst>
          </p:cNvPr>
          <p:cNvGrpSpPr/>
          <p:nvPr/>
        </p:nvGrpSpPr>
        <p:grpSpPr>
          <a:xfrm>
            <a:off x="7650315" y="4109957"/>
            <a:ext cx="1353929" cy="1361503"/>
            <a:chOff x="1951573" y="2244381"/>
            <a:chExt cx="1353929" cy="1361503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A68F8A26-CED2-2B08-9310-406A1B6C8240}"/>
                </a:ext>
              </a:extLst>
            </p:cNvPr>
            <p:cNvGrpSpPr/>
            <p:nvPr/>
          </p:nvGrpSpPr>
          <p:grpSpPr>
            <a:xfrm>
              <a:off x="1951573" y="2321563"/>
              <a:ext cx="1282677" cy="1218998"/>
              <a:chOff x="5419036" y="1839783"/>
              <a:chExt cx="1282677" cy="1218998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ADFD08A6-4A0E-6021-ED7E-6806772F5646}"/>
                  </a:ext>
                </a:extLst>
              </p:cNvPr>
              <p:cNvSpPr/>
              <p:nvPr/>
            </p:nvSpPr>
            <p:spPr>
              <a:xfrm>
                <a:off x="5482464" y="1839783"/>
                <a:ext cx="1219249" cy="1218998"/>
              </a:xfrm>
              <a:prstGeom prst="rect">
                <a:avLst/>
              </a:prstGeom>
              <a:noFill/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450CC583-1E90-D1F3-1D0E-F5A77972AD24}"/>
                  </a:ext>
                </a:extLst>
              </p:cNvPr>
              <p:cNvCxnSpPr>
                <a:cxnSpLocks/>
                <a:stCxn id="134" idx="4"/>
              </p:cNvCxnSpPr>
              <p:nvPr/>
            </p:nvCxnSpPr>
            <p:spPr>
              <a:xfrm flipH="1">
                <a:off x="6101028" y="1905105"/>
                <a:ext cx="2766" cy="1147744"/>
              </a:xfrm>
              <a:prstGeom prst="line">
                <a:avLst/>
              </a:prstGeom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A3A267F6-AE3F-460A-F78E-F429231B2387}"/>
                  </a:ext>
                </a:extLst>
              </p:cNvPr>
              <p:cNvCxnSpPr>
                <a:stCxn id="132" idx="2"/>
                <a:endCxn id="129" idx="2"/>
              </p:cNvCxnSpPr>
              <p:nvPr/>
            </p:nvCxnSpPr>
            <p:spPr>
              <a:xfrm>
                <a:off x="5419036" y="2446316"/>
                <a:ext cx="1211425" cy="0"/>
              </a:xfrm>
              <a:prstGeom prst="line">
                <a:avLst/>
              </a:prstGeom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15901CD2-E623-20DA-5410-EE37CA0B2021}"/>
                </a:ext>
              </a:extLst>
            </p:cNvPr>
            <p:cNvSpPr/>
            <p:nvPr/>
          </p:nvSpPr>
          <p:spPr>
            <a:xfrm>
              <a:off x="3162998" y="3463380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EF5CE04-BA08-27AE-2506-4E1F6589810A}"/>
                </a:ext>
              </a:extLst>
            </p:cNvPr>
            <p:cNvSpPr/>
            <p:nvPr/>
          </p:nvSpPr>
          <p:spPr>
            <a:xfrm>
              <a:off x="3162998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7ECD4F3C-71A3-74F2-32BB-09F6DE6BB829}"/>
                </a:ext>
              </a:extLst>
            </p:cNvPr>
            <p:cNvSpPr/>
            <p:nvPr/>
          </p:nvSpPr>
          <p:spPr>
            <a:xfrm>
              <a:off x="3162998" y="2250308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0F5C888C-250A-B5E7-057B-1DCC1FBD0098}"/>
                </a:ext>
              </a:extLst>
            </p:cNvPr>
            <p:cNvSpPr/>
            <p:nvPr/>
          </p:nvSpPr>
          <p:spPr>
            <a:xfrm>
              <a:off x="1951573" y="3463380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6D56C984-58D2-4FF2-474A-CFEA757D728E}"/>
                </a:ext>
              </a:extLst>
            </p:cNvPr>
            <p:cNvSpPr/>
            <p:nvPr/>
          </p:nvSpPr>
          <p:spPr>
            <a:xfrm>
              <a:off x="1951573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43E8538B-5D0A-0864-595D-8A811403EAE1}"/>
                </a:ext>
              </a:extLst>
            </p:cNvPr>
            <p:cNvSpPr/>
            <p:nvPr/>
          </p:nvSpPr>
          <p:spPr>
            <a:xfrm>
              <a:off x="1951573" y="2250308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32949A63-B84F-FB78-F5B4-CA4A3673D9C4}"/>
                </a:ext>
              </a:extLst>
            </p:cNvPr>
            <p:cNvSpPr/>
            <p:nvPr/>
          </p:nvSpPr>
          <p:spPr>
            <a:xfrm>
              <a:off x="2565079" y="2244381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3049D62-4D3F-7398-83C1-4E452A330488}"/>
                </a:ext>
              </a:extLst>
            </p:cNvPr>
            <p:cNvSpPr/>
            <p:nvPr/>
          </p:nvSpPr>
          <p:spPr>
            <a:xfrm>
              <a:off x="2562313" y="3463377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191066BF-52C6-DCB6-1D4C-F699DD4A9A31}"/>
                </a:ext>
              </a:extLst>
            </p:cNvPr>
            <p:cNvSpPr/>
            <p:nvPr/>
          </p:nvSpPr>
          <p:spPr>
            <a:xfrm>
              <a:off x="2565415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41BA4D17-FCCE-8F98-DC05-04FED7C80B72}"/>
              </a:ext>
            </a:extLst>
          </p:cNvPr>
          <p:cNvGrpSpPr/>
          <p:nvPr/>
        </p:nvGrpSpPr>
        <p:grpSpPr>
          <a:xfrm>
            <a:off x="8265859" y="3503817"/>
            <a:ext cx="1353929" cy="1361503"/>
            <a:chOff x="1951573" y="2244381"/>
            <a:chExt cx="1353929" cy="1361503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9A0E2F41-E1B0-F29D-5472-695CAC3A2737}"/>
                </a:ext>
              </a:extLst>
            </p:cNvPr>
            <p:cNvGrpSpPr/>
            <p:nvPr/>
          </p:nvGrpSpPr>
          <p:grpSpPr>
            <a:xfrm>
              <a:off x="1951573" y="2321563"/>
              <a:ext cx="1282677" cy="1218998"/>
              <a:chOff x="5419036" y="1839783"/>
              <a:chExt cx="1282677" cy="1218998"/>
            </a:xfrm>
          </p:grpSpPr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A31B7564-0E61-43BB-F3E1-5C5F2E22C34C}"/>
                  </a:ext>
                </a:extLst>
              </p:cNvPr>
              <p:cNvSpPr/>
              <p:nvPr/>
            </p:nvSpPr>
            <p:spPr>
              <a:xfrm>
                <a:off x="5482464" y="1839783"/>
                <a:ext cx="1219249" cy="1218998"/>
              </a:xfrm>
              <a:prstGeom prst="rect">
                <a:avLst/>
              </a:prstGeom>
              <a:noFill/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6D2DB942-A436-3B03-A73E-46BDF0852E62}"/>
                  </a:ext>
                </a:extLst>
              </p:cNvPr>
              <p:cNvCxnSpPr>
                <a:cxnSpLocks/>
                <a:stCxn id="148" idx="4"/>
              </p:cNvCxnSpPr>
              <p:nvPr/>
            </p:nvCxnSpPr>
            <p:spPr>
              <a:xfrm flipH="1">
                <a:off x="6101028" y="1905105"/>
                <a:ext cx="2766" cy="1147744"/>
              </a:xfrm>
              <a:prstGeom prst="line">
                <a:avLst/>
              </a:prstGeom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DAD50F6A-278A-B917-BB86-4665D86D739A}"/>
                  </a:ext>
                </a:extLst>
              </p:cNvPr>
              <p:cNvCxnSpPr>
                <a:stCxn id="146" idx="2"/>
                <a:endCxn id="143" idx="2"/>
              </p:cNvCxnSpPr>
              <p:nvPr/>
            </p:nvCxnSpPr>
            <p:spPr>
              <a:xfrm>
                <a:off x="5419036" y="2446316"/>
                <a:ext cx="1211425" cy="0"/>
              </a:xfrm>
              <a:prstGeom prst="line">
                <a:avLst/>
              </a:prstGeom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8E0A23BD-65BE-0D5E-ADCE-F4FD12BA8464}"/>
                </a:ext>
              </a:extLst>
            </p:cNvPr>
            <p:cNvSpPr/>
            <p:nvPr/>
          </p:nvSpPr>
          <p:spPr>
            <a:xfrm>
              <a:off x="3162998" y="3463380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0671499D-8EA5-949E-9E8D-291757E26931}"/>
                </a:ext>
              </a:extLst>
            </p:cNvPr>
            <p:cNvSpPr/>
            <p:nvPr/>
          </p:nvSpPr>
          <p:spPr>
            <a:xfrm>
              <a:off x="3162998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D7267A8-2924-E38F-6D59-125AF90BE8D0}"/>
                </a:ext>
              </a:extLst>
            </p:cNvPr>
            <p:cNvSpPr/>
            <p:nvPr/>
          </p:nvSpPr>
          <p:spPr>
            <a:xfrm>
              <a:off x="3162998" y="2250308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08EB82C6-4E35-4AD6-89C0-C9316AC83AB8}"/>
                </a:ext>
              </a:extLst>
            </p:cNvPr>
            <p:cNvSpPr/>
            <p:nvPr/>
          </p:nvSpPr>
          <p:spPr>
            <a:xfrm>
              <a:off x="1951573" y="3463380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CC0E5B87-9A8E-96E9-3DEB-12418F6D4DFE}"/>
                </a:ext>
              </a:extLst>
            </p:cNvPr>
            <p:cNvSpPr/>
            <p:nvPr/>
          </p:nvSpPr>
          <p:spPr>
            <a:xfrm>
              <a:off x="1951573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60750012-4652-2E16-61D0-AC176EB3305E}"/>
                </a:ext>
              </a:extLst>
            </p:cNvPr>
            <p:cNvSpPr/>
            <p:nvPr/>
          </p:nvSpPr>
          <p:spPr>
            <a:xfrm>
              <a:off x="1951573" y="2250308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ABEEA8A5-32A2-3646-F6E2-124046D62D14}"/>
                </a:ext>
              </a:extLst>
            </p:cNvPr>
            <p:cNvSpPr/>
            <p:nvPr/>
          </p:nvSpPr>
          <p:spPr>
            <a:xfrm>
              <a:off x="2565079" y="2244381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B25B6FF8-8F77-5A33-5F7B-3239CD5A27BC}"/>
                </a:ext>
              </a:extLst>
            </p:cNvPr>
            <p:cNvSpPr/>
            <p:nvPr/>
          </p:nvSpPr>
          <p:spPr>
            <a:xfrm>
              <a:off x="2562313" y="3463377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2B670860-68B3-ADF5-C302-464D956502AE}"/>
                </a:ext>
              </a:extLst>
            </p:cNvPr>
            <p:cNvSpPr/>
            <p:nvPr/>
          </p:nvSpPr>
          <p:spPr>
            <a:xfrm>
              <a:off x="2565415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CECE249-424E-B0E7-8AE3-531AFFA63948}"/>
              </a:ext>
            </a:extLst>
          </p:cNvPr>
          <p:cNvGrpSpPr/>
          <p:nvPr/>
        </p:nvGrpSpPr>
        <p:grpSpPr>
          <a:xfrm>
            <a:off x="8870543" y="3501366"/>
            <a:ext cx="1353929" cy="1361503"/>
            <a:chOff x="1951573" y="2244381"/>
            <a:chExt cx="1353929" cy="1361503"/>
          </a:xfrm>
        </p:grpSpPr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89351C86-DB16-9E43-543B-0AD03C065DEB}"/>
                </a:ext>
              </a:extLst>
            </p:cNvPr>
            <p:cNvGrpSpPr/>
            <p:nvPr/>
          </p:nvGrpSpPr>
          <p:grpSpPr>
            <a:xfrm>
              <a:off x="1951573" y="2321563"/>
              <a:ext cx="1282677" cy="1218998"/>
              <a:chOff x="5419036" y="1839783"/>
              <a:chExt cx="1282677" cy="1218998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3E190B01-5C56-899B-4177-ABE0A5D5CCA2}"/>
                  </a:ext>
                </a:extLst>
              </p:cNvPr>
              <p:cNvSpPr/>
              <p:nvPr/>
            </p:nvSpPr>
            <p:spPr>
              <a:xfrm>
                <a:off x="5482464" y="1839783"/>
                <a:ext cx="1219249" cy="1218998"/>
              </a:xfrm>
              <a:prstGeom prst="rect">
                <a:avLst/>
              </a:prstGeom>
              <a:noFill/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64689F2B-BDD9-CCE5-1509-8DFA0BE2AA0C}"/>
                  </a:ext>
                </a:extLst>
              </p:cNvPr>
              <p:cNvCxnSpPr>
                <a:cxnSpLocks/>
                <a:stCxn id="177" idx="4"/>
              </p:cNvCxnSpPr>
              <p:nvPr/>
            </p:nvCxnSpPr>
            <p:spPr>
              <a:xfrm flipH="1">
                <a:off x="6101028" y="1905105"/>
                <a:ext cx="2766" cy="1147744"/>
              </a:xfrm>
              <a:prstGeom prst="line">
                <a:avLst/>
              </a:prstGeom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1C15296D-6C45-4F75-CD11-66CD341C329E}"/>
                  </a:ext>
                </a:extLst>
              </p:cNvPr>
              <p:cNvCxnSpPr>
                <a:stCxn id="175" idx="2"/>
                <a:endCxn id="172" idx="2"/>
              </p:cNvCxnSpPr>
              <p:nvPr/>
            </p:nvCxnSpPr>
            <p:spPr>
              <a:xfrm>
                <a:off x="5419036" y="2446316"/>
                <a:ext cx="1211425" cy="0"/>
              </a:xfrm>
              <a:prstGeom prst="line">
                <a:avLst/>
              </a:prstGeom>
              <a:ln w="15875">
                <a:solidFill>
                  <a:schemeClr val="bg2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62E041A4-6ACB-C35D-7593-FA51DAB5B182}"/>
                </a:ext>
              </a:extLst>
            </p:cNvPr>
            <p:cNvSpPr/>
            <p:nvPr/>
          </p:nvSpPr>
          <p:spPr>
            <a:xfrm>
              <a:off x="3162998" y="3463380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27971CFE-9C30-FC6A-6966-049426C27773}"/>
                </a:ext>
              </a:extLst>
            </p:cNvPr>
            <p:cNvSpPr/>
            <p:nvPr/>
          </p:nvSpPr>
          <p:spPr>
            <a:xfrm>
              <a:off x="3162998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CE7588E9-6368-28F5-CA8F-4F6BA145039F}"/>
                </a:ext>
              </a:extLst>
            </p:cNvPr>
            <p:cNvSpPr/>
            <p:nvPr/>
          </p:nvSpPr>
          <p:spPr>
            <a:xfrm>
              <a:off x="3162998" y="2250308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B72B18CC-0632-0ACB-71B0-F310ECC59452}"/>
                </a:ext>
              </a:extLst>
            </p:cNvPr>
            <p:cNvSpPr/>
            <p:nvPr/>
          </p:nvSpPr>
          <p:spPr>
            <a:xfrm>
              <a:off x="1951573" y="3463380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5440EF09-AE82-EAD1-C0D0-F0A950AA94DC}"/>
                </a:ext>
              </a:extLst>
            </p:cNvPr>
            <p:cNvSpPr/>
            <p:nvPr/>
          </p:nvSpPr>
          <p:spPr>
            <a:xfrm>
              <a:off x="1951573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B58A0A32-26CB-430B-13D8-3854CCAE2459}"/>
                </a:ext>
              </a:extLst>
            </p:cNvPr>
            <p:cNvSpPr/>
            <p:nvPr/>
          </p:nvSpPr>
          <p:spPr>
            <a:xfrm>
              <a:off x="1951573" y="2250308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CCF90B99-B486-709B-4A32-18D1CBD71EF2}"/>
                </a:ext>
              </a:extLst>
            </p:cNvPr>
            <p:cNvSpPr/>
            <p:nvPr/>
          </p:nvSpPr>
          <p:spPr>
            <a:xfrm>
              <a:off x="2565079" y="2244381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205D9710-961A-0F8D-92A3-0D166026AF77}"/>
                </a:ext>
              </a:extLst>
            </p:cNvPr>
            <p:cNvSpPr/>
            <p:nvPr/>
          </p:nvSpPr>
          <p:spPr>
            <a:xfrm>
              <a:off x="2562313" y="3463377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3221FBEC-533D-CAF2-1339-53555E636A3D}"/>
                </a:ext>
              </a:extLst>
            </p:cNvPr>
            <p:cNvSpPr/>
            <p:nvPr/>
          </p:nvSpPr>
          <p:spPr>
            <a:xfrm>
              <a:off x="2565415" y="2856844"/>
              <a:ext cx="142504" cy="1425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B083445-E505-66D7-F757-56AC9A5C64A3}"/>
              </a:ext>
            </a:extLst>
          </p:cNvPr>
          <p:cNvGrpSpPr/>
          <p:nvPr/>
        </p:nvGrpSpPr>
        <p:grpSpPr>
          <a:xfrm>
            <a:off x="9200888" y="3824750"/>
            <a:ext cx="691787" cy="695656"/>
            <a:chOff x="5419036" y="1762601"/>
            <a:chExt cx="1353929" cy="1361503"/>
          </a:xfrm>
        </p:grpSpPr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9421085E-BB28-AA5A-3A98-328C76B40ACB}"/>
                </a:ext>
              </a:extLst>
            </p:cNvPr>
            <p:cNvGrpSpPr/>
            <p:nvPr/>
          </p:nvGrpSpPr>
          <p:grpSpPr>
            <a:xfrm>
              <a:off x="5419036" y="1839783"/>
              <a:ext cx="1282677" cy="1218998"/>
              <a:chOff x="5419036" y="1839783"/>
              <a:chExt cx="1282677" cy="1218998"/>
            </a:xfrm>
          </p:grpSpPr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09FE592E-0A1D-822D-02B2-2DBA20807C70}"/>
                  </a:ext>
                </a:extLst>
              </p:cNvPr>
              <p:cNvSpPr/>
              <p:nvPr/>
            </p:nvSpPr>
            <p:spPr>
              <a:xfrm>
                <a:off x="5482464" y="1839783"/>
                <a:ext cx="1219249" cy="1218998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3BE2E9E-7D1C-3592-B5F4-682AA600B22A}"/>
                  </a:ext>
                </a:extLst>
              </p:cNvPr>
              <p:cNvCxnSpPr>
                <a:cxnSpLocks/>
                <a:stCxn id="162" idx="4"/>
              </p:cNvCxnSpPr>
              <p:nvPr/>
            </p:nvCxnSpPr>
            <p:spPr>
              <a:xfrm flipH="1">
                <a:off x="6101028" y="1905105"/>
                <a:ext cx="2766" cy="1147744"/>
              </a:xfrm>
              <a:prstGeom prst="line">
                <a:avLst/>
              </a:prstGeom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E162BA2-6F3B-4629-1FE9-21BF7F2A44FE}"/>
                  </a:ext>
                </a:extLst>
              </p:cNvPr>
              <p:cNvCxnSpPr>
                <a:stCxn id="160" idx="2"/>
                <a:endCxn id="157" idx="2"/>
              </p:cNvCxnSpPr>
              <p:nvPr/>
            </p:nvCxnSpPr>
            <p:spPr>
              <a:xfrm>
                <a:off x="5419036" y="2446316"/>
                <a:ext cx="1211425" cy="0"/>
              </a:xfrm>
              <a:prstGeom prst="line">
                <a:avLst/>
              </a:prstGeom>
              <a:ln w="158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4EAE02CD-1A2F-CC3C-3071-96D7D5981026}"/>
                </a:ext>
              </a:extLst>
            </p:cNvPr>
            <p:cNvSpPr/>
            <p:nvPr/>
          </p:nvSpPr>
          <p:spPr>
            <a:xfrm>
              <a:off x="6630461" y="2981600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E13026AC-C159-AAE6-239C-BD8DE71B02AF}"/>
                </a:ext>
              </a:extLst>
            </p:cNvPr>
            <p:cNvSpPr/>
            <p:nvPr/>
          </p:nvSpPr>
          <p:spPr>
            <a:xfrm>
              <a:off x="6630461" y="2375064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FE26904-1A7E-6508-A03D-05D080B00A6B}"/>
                </a:ext>
              </a:extLst>
            </p:cNvPr>
            <p:cNvSpPr/>
            <p:nvPr/>
          </p:nvSpPr>
          <p:spPr>
            <a:xfrm>
              <a:off x="6630461" y="1768528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713F6E40-AFDD-5399-7C39-0E05F5F1F7B5}"/>
                </a:ext>
              </a:extLst>
            </p:cNvPr>
            <p:cNvSpPr/>
            <p:nvPr/>
          </p:nvSpPr>
          <p:spPr>
            <a:xfrm>
              <a:off x="5419036" y="2981600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F0DFF659-A75A-1215-DAC0-EAB210F1B0F9}"/>
                </a:ext>
              </a:extLst>
            </p:cNvPr>
            <p:cNvSpPr/>
            <p:nvPr/>
          </p:nvSpPr>
          <p:spPr>
            <a:xfrm>
              <a:off x="5419036" y="2375064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A007D16-82F1-090B-1A8A-5DA781702B14}"/>
                </a:ext>
              </a:extLst>
            </p:cNvPr>
            <p:cNvSpPr/>
            <p:nvPr/>
          </p:nvSpPr>
          <p:spPr>
            <a:xfrm>
              <a:off x="5419036" y="1768528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49EB668E-E71C-BE3F-9EC1-96657276578D}"/>
                </a:ext>
              </a:extLst>
            </p:cNvPr>
            <p:cNvSpPr/>
            <p:nvPr/>
          </p:nvSpPr>
          <p:spPr>
            <a:xfrm>
              <a:off x="6032542" y="1762601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FEEB58AC-8777-F024-4D3A-01743484E0FC}"/>
                </a:ext>
              </a:extLst>
            </p:cNvPr>
            <p:cNvSpPr/>
            <p:nvPr/>
          </p:nvSpPr>
          <p:spPr>
            <a:xfrm>
              <a:off x="6029776" y="2981597"/>
              <a:ext cx="142504" cy="14250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148CAF0-E4CB-0375-4C4A-F98FBC6EC286}"/>
                </a:ext>
              </a:extLst>
            </p:cNvPr>
            <p:cNvSpPr/>
            <p:nvPr/>
          </p:nvSpPr>
          <p:spPr>
            <a:xfrm>
              <a:off x="6032878" y="2375064"/>
              <a:ext cx="142504" cy="14250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F9BBA7CB-E687-F323-7B17-1E215AFDD216}"/>
              </a:ext>
            </a:extLst>
          </p:cNvPr>
          <p:cNvSpPr txBox="1"/>
          <p:nvPr/>
        </p:nvSpPr>
        <p:spPr>
          <a:xfrm>
            <a:off x="10275834" y="436060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Grid 4</a:t>
            </a: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ABCB5CD1-4EF7-E39C-DBBC-2B0816317319}"/>
              </a:ext>
            </a:extLst>
          </p:cNvPr>
          <p:cNvCxnSpPr>
            <a:cxnSpLocks/>
          </p:cNvCxnSpPr>
          <p:nvPr/>
        </p:nvCxnSpPr>
        <p:spPr>
          <a:xfrm flipH="1" flipV="1">
            <a:off x="9901084" y="4296697"/>
            <a:ext cx="374750" cy="1278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262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</TotalTime>
  <Words>6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Norm Jones</dc:creator>
  <cp:lastModifiedBy>Norm Jones</cp:lastModifiedBy>
  <cp:revision>7</cp:revision>
  <dcterms:created xsi:type="dcterms:W3CDTF">2026-03-09T14:52:08Z</dcterms:created>
  <dcterms:modified xsi:type="dcterms:W3CDTF">2026-03-10T15:11:42Z</dcterms:modified>
</cp:coreProperties>
</file>