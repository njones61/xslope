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07" d="100"/>
          <a:sy n="107" d="100"/>
        </p:scale>
        <p:origin x="1280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AD868-735F-D301-EFEC-6EA42D7346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D8D9FB6-A9ED-3C9F-AFF0-623A0EDEE8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E9EBC1-3294-4A30-0D7A-BC569F87F5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637DF4-026C-47EB-9148-811257530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C293D6A-ADBF-5DA0-CA3B-8D33AF27B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5632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A5ABF8-59BD-001D-AB2C-54BE4717F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AB85B4-25C6-3FDB-4F9F-620853825C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05B113-C172-D31E-D185-7AF163075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F14853-4D30-38CB-C001-AEB3A1475B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24A629-1DFE-4257-F153-A21449601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37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BF907-5A25-F4A0-28E4-EC3D3BB9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CB94AD-EA8F-8B49-22C7-5753B5D705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FED9A-36CE-A652-1B46-78C51771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69859-BA4B-6950-16C9-ABEA0059E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25B774-DD81-40EB-B102-72867D6C4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272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D6B41-A4C1-B8E6-C350-03928757F3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EF8CD6-710C-24C4-6DA7-CEBDDE8D1F8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1DF46-2B52-F21C-9263-D85F433E3A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36BF8C-2411-B236-3225-0F8AD6074B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F12D93-B2B5-AC9C-C8E6-0C486A49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8BE7C3-B0A7-4944-B666-02EA8B8B38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8399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BC2083-9BEE-9F43-6632-5A3366F48B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6DEAB-86C0-2659-5FF5-8400F53CE7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465D-EE36-B5F7-401F-5D4C8D71F9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A239A1-77B2-7CDF-0784-050C3C97DE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A90926-FC7B-8D22-E9F3-93AC903E27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86905BD-A545-92DE-972C-37343D488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2C2387-2A48-FD3B-43FC-12B8CB0DF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723BD9-4CBA-01CC-083F-ED10EF34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23373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B32D9D-13DE-83C2-B06D-5CB6267191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193B0B-ECD6-8970-A666-34B51947B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FB1429-5C6E-C9F3-C1EB-D6BDF609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EF3951-E7E6-C1C2-F5A5-435669B316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76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09DD1D-8916-4BB0-29B1-B9619B9F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51DFCEF-E3A8-684A-8C01-BFCF8F00A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719586-D6F1-D35F-FDC4-A75E237234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72339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AECA15-D0B6-D6EA-E4BD-472EFCCBE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D56082-FFA2-5286-17AB-2F9565A715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604D64-1BF7-180A-AA80-CDC06526C9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4A0BC2-64C1-77BB-3FA8-06C30C80A4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8F9ACF-DDF5-D4AA-488C-33959C3AF4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626EB7-0A70-EE80-B535-9805F7330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5148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C7217-27D3-A3C3-5294-E646D3BA4E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DB6C99-5A22-49CC-631E-53841F2480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C894EE-BCC9-6CC2-56AA-A3A60A53DA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95A6D00-F8DA-AB61-9CDF-88C257CA1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13B3B3-BF96-633A-FF77-597F3598EE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C86DA-0592-272D-1860-2125FAD7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1109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D3C48-1194-E92B-8C5C-25C5B4824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FEE937-E44A-340D-0B2F-283C830AF5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8CF9EE-4C9C-2B36-CC7A-DD696D45A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6BD704-6703-532C-84A1-78522F60A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E99D8-7586-CDD0-5CEA-83ECA44871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53198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B3D2C0-ABDF-B7F4-3120-22A364BB537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D057DD-87BD-0257-0B56-D59E91EEA8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31CFFF-7482-CEF8-B2C3-05C6F57188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D2EF37-55F4-6D9B-07E5-0241E0E7E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1126D7-EF60-A81B-AAC7-7FB090112A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08328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EABD31D-917E-BA24-D43E-16C80E9F7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675FB3-5532-88E2-A34C-A3C6B717EB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6E91E2-BE6F-284B-6BBE-55B8A993B0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DF90977-4997-1841-8D5F-DA208A0AC4A1}" type="datetimeFigureOut">
              <a:rPr lang="en-US" smtClean="0"/>
              <a:t>3/26/26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02783B-F584-47A7-5579-E13DE470F9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D7C436-A3E5-FEB1-F3EA-591464845D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F267B-E3E1-AB43-B1A3-9B5CE23DB6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3529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251D147-4945-7A9D-6C01-92711D017883}"/>
              </a:ext>
            </a:extLst>
          </p:cNvPr>
          <p:cNvCxnSpPr/>
          <p:nvPr/>
        </p:nvCxnSpPr>
        <p:spPr>
          <a:xfrm>
            <a:off x="2656703" y="2360141"/>
            <a:ext cx="26690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08C982B-1BDB-A05A-6080-275DD3F4127D}"/>
              </a:ext>
            </a:extLst>
          </p:cNvPr>
          <p:cNvCxnSpPr>
            <a:cxnSpLocks/>
          </p:cNvCxnSpPr>
          <p:nvPr/>
        </p:nvCxnSpPr>
        <p:spPr>
          <a:xfrm flipV="1">
            <a:off x="5325762" y="1080655"/>
            <a:ext cx="1870685" cy="127948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6C8BCF0-9046-E56F-7ECB-E41EDB48815B}"/>
              </a:ext>
            </a:extLst>
          </p:cNvPr>
          <p:cNvCxnSpPr/>
          <p:nvPr/>
        </p:nvCxnSpPr>
        <p:spPr>
          <a:xfrm>
            <a:off x="7196447" y="1080655"/>
            <a:ext cx="266905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60CB07-1AF2-67A8-B076-463CAB1580C7}"/>
              </a:ext>
            </a:extLst>
          </p:cNvPr>
          <p:cNvCxnSpPr>
            <a:cxnSpLocks/>
          </p:cNvCxnSpPr>
          <p:nvPr/>
        </p:nvCxnSpPr>
        <p:spPr>
          <a:xfrm>
            <a:off x="2656703" y="3429000"/>
            <a:ext cx="734232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4DB8FCE6-B490-153A-3549-34F6939642B7}"/>
              </a:ext>
            </a:extLst>
          </p:cNvPr>
          <p:cNvSpPr txBox="1"/>
          <p:nvPr/>
        </p:nvSpPr>
        <p:spPr>
          <a:xfrm rot="19570515">
            <a:off x="5626561" y="1484411"/>
            <a:ext cx="8098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1.75:1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9E9C307-1818-37AE-A83B-B43E1E1C1788}"/>
              </a:ext>
            </a:extLst>
          </p:cNvPr>
          <p:cNvCxnSpPr/>
          <p:nvPr/>
        </p:nvCxnSpPr>
        <p:spPr>
          <a:xfrm>
            <a:off x="3954483" y="2360141"/>
            <a:ext cx="0" cy="1068859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B1C30475-CC12-9184-C0C9-D9AD73A712BB}"/>
              </a:ext>
            </a:extLst>
          </p:cNvPr>
          <p:cNvCxnSpPr>
            <a:cxnSpLocks/>
          </p:cNvCxnSpPr>
          <p:nvPr/>
        </p:nvCxnSpPr>
        <p:spPr>
          <a:xfrm>
            <a:off x="5504802" y="2366988"/>
            <a:ext cx="2214159" cy="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3819277-543D-1BA3-9B19-048E440F3E56}"/>
              </a:ext>
            </a:extLst>
          </p:cNvPr>
          <p:cNvCxnSpPr>
            <a:cxnSpLocks/>
          </p:cNvCxnSpPr>
          <p:nvPr/>
        </p:nvCxnSpPr>
        <p:spPr>
          <a:xfrm>
            <a:off x="7491353" y="1080655"/>
            <a:ext cx="0" cy="128633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BEB5088A-5773-A2FC-13AF-37312949A983}"/>
              </a:ext>
            </a:extLst>
          </p:cNvPr>
          <p:cNvSpPr txBox="1"/>
          <p:nvPr/>
        </p:nvSpPr>
        <p:spPr>
          <a:xfrm>
            <a:off x="3241964" y="2709905"/>
            <a:ext cx="62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18 ft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B2C15E9-DDFD-9026-12CC-3252D231EDFF}"/>
              </a:ext>
            </a:extLst>
          </p:cNvPr>
          <p:cNvSpPr txBox="1"/>
          <p:nvPr/>
        </p:nvSpPr>
        <p:spPr>
          <a:xfrm>
            <a:off x="7491353" y="1535732"/>
            <a:ext cx="6236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25 ft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BDCB7AC-EE09-51BD-078F-8C207D60BB93}"/>
              </a:ext>
            </a:extLst>
          </p:cNvPr>
          <p:cNvSpPr txBox="1"/>
          <p:nvPr/>
        </p:nvSpPr>
        <p:spPr>
          <a:xfrm>
            <a:off x="8530976" y="1898476"/>
            <a:ext cx="13965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Symbol" pitchFamily="2" charset="2"/>
              </a:rPr>
              <a:t>g</a:t>
            </a:r>
            <a:r>
              <a:rPr lang="en-US" dirty="0"/>
              <a:t> = 124</a:t>
            </a:r>
          </a:p>
          <a:p>
            <a:r>
              <a:rPr lang="en-US" dirty="0"/>
              <a:t>Su = 500 pcf</a:t>
            </a:r>
          </a:p>
          <a:p>
            <a:r>
              <a:rPr lang="en-US" dirty="0">
                <a:latin typeface="Symbol" pitchFamily="2" charset="2"/>
              </a:rPr>
              <a:t>f</a:t>
            </a:r>
            <a:r>
              <a:rPr lang="en-US" dirty="0"/>
              <a:t> = 0</a:t>
            </a:r>
          </a:p>
        </p:txBody>
      </p:sp>
    </p:spTree>
    <p:extLst>
      <p:ext uri="{BB962C8B-B14F-4D97-AF65-F5344CB8AC3E}">
        <p14:creationId xmlns:p14="http://schemas.microsoft.com/office/powerpoint/2010/main" val="18592313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15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Symbol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Norm Jones</dc:creator>
  <cp:lastModifiedBy>Norm Jones</cp:lastModifiedBy>
  <cp:revision>5</cp:revision>
  <dcterms:created xsi:type="dcterms:W3CDTF">2026-03-26T13:45:09Z</dcterms:created>
  <dcterms:modified xsi:type="dcterms:W3CDTF">2026-03-26T13:50:54Z</dcterms:modified>
</cp:coreProperties>
</file>